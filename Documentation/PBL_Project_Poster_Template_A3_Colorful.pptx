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8" y="-6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060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Logo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880360" y="228600"/>
            <a:ext cx="781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3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Cinephile - </a:t>
            </a:r>
            <a:r>
              <a:rPr lang="en-IN" sz="3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Movie Discovery</a:t>
            </a:r>
            <a:endParaRPr lang="en-US" sz="335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21 |  Section: 8  |  Members: Yeshwanth - 2520030525, Vedhanth – 2520030004, Ritvik - 2520030283  |  Guide: Dr. Ramya Krishna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CSE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1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IN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Cinephile is an enterprise-grade, distributed film logging and analytics platform designed for cinema enthusiasts, critics, and film industry researchers</a:t>
            </a:r>
          </a:p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IN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production-ready, low-latency web application achieving sub-50ms query response times</a:t>
            </a:r>
            <a:endParaRPr lang="en-US" sz="14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IN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movie platforms either focus strictly on catalog browsing without rich personalized logging or lack integrated financial analytics and predictive insights for cinematic performance</a:t>
            </a:r>
          </a:p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 </a:t>
            </a:r>
            <a:r>
              <a:rPr lang="en-IN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normalized MySQL relational schema and high-throughput Spring Boot RESTful API</a:t>
            </a:r>
          </a:p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</a:t>
            </a:r>
            <a:r>
              <a:rPr lang="en-IN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secure distributed backend featuring stateless JWT/Firebase authentication and external TMDB API integration with payload parsing</a:t>
            </a:r>
            <a:endParaRPr lang="en-US" sz="93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3: </a:t>
            </a:r>
            <a:r>
              <a:rPr lang="en-IN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 interconnected Machine Learning microservice to deliver real-time box-office revenue forecasting based on historical movie dataset parameters</a:t>
            </a:r>
            <a:endParaRPr lang="en-US" sz="93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IN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moviegoers, cinephiles, film critics, and box-office analysts</a:t>
            </a:r>
            <a:endParaRPr lang="en-US" sz="93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44100"/>
            <a:ext cx="4569714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algn="just"/>
            <a:r>
              <a:rPr lang="en-IN" sz="1480" b="1" dirty="0"/>
              <a:t>Technical Feasibility:</a:t>
            </a:r>
            <a:r>
              <a:rPr lang="en-IN" sz="1480" dirty="0"/>
              <a:t> Built on industry-standard, LTS frameworks (Spring Boot 3, React 19, MySQL 8). REST APIs and microservice communication operate over lightweight JSON protocols.</a:t>
            </a:r>
          </a:p>
          <a:p>
            <a:pPr lvl="0" algn="just"/>
            <a:r>
              <a:rPr lang="en-IN" sz="1480" b="1" dirty="0"/>
              <a:t>Economic Feasibility:</a:t>
            </a:r>
            <a:r>
              <a:rPr lang="en-IN" sz="1480" dirty="0"/>
              <a:t> Completely built with open-source frameworks, zero licensing overhead, free-tier TMDB API quotas, and cost-effective cloud deployment readiness.</a:t>
            </a:r>
          </a:p>
          <a:p>
            <a:pPr lvl="0" algn="just"/>
            <a:r>
              <a:rPr lang="en-IN" sz="1480" b="1" dirty="0"/>
              <a:t>Operational Feasibility:</a:t>
            </a:r>
            <a:r>
              <a:rPr lang="en-IN" sz="1480" dirty="0"/>
              <a:t> Intuitive UI/UX requiring zero user training. Admin and user actions are self-explanatory with real-time feedback and responsive design.</a:t>
            </a:r>
          </a:p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endParaRPr lang="en-US" sz="148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5" y="2606040"/>
            <a:ext cx="45710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Front-End: </a:t>
            </a:r>
            <a:r>
              <a:rPr lang="en-IN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Tailwind CSS v4, Vite, Axios, React Router v7, Firebase Authentication</a:t>
            </a:r>
          </a:p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Back-End: </a:t>
            </a:r>
            <a:r>
              <a:rPr lang="en-IN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17, Spring Boot 3, Spring Security, JWT (JSON Web Tokens), Spring Data JPA / Hibernate, Python FastAPI (ML Microservice)</a:t>
            </a: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</a:t>
            </a:r>
            <a:r>
              <a:rPr lang="en-IN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MySQL 8.0 (Schema: film_buff)</a:t>
            </a:r>
          </a:p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r>
              <a:rPr lang="en-IN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GitHub, Postman, VS Code, IntelliJ IDEA, Maven, MySQL Workbench, Draw.io</a:t>
            </a: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 txBox="1"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architecture diagram: Front-End – REST API – Database]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 txBox="1"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ER diagram with entities, keys and relationships]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1]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2]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861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algn="just"/>
            <a:r>
              <a:rPr lang="en-IN" sz="1000" b="1" dirty="0"/>
              <a:t>CRUD Verification:</a:t>
            </a:r>
            <a:r>
              <a:rPr lang="en-IN" sz="1000" dirty="0"/>
              <a:t> Verified 100% test success across all CRUD endpoints (User registration, Review update/deletion, Watchlist toggle, Watched movie aggregation).</a:t>
            </a:r>
          </a:p>
          <a:p>
            <a:pPr algn="just"/>
            <a:r>
              <a:rPr lang="en-IN" sz="1000" b="1" dirty="0"/>
              <a:t>Performance:</a:t>
            </a:r>
            <a:r>
              <a:rPr lang="en-IN" sz="1000" dirty="0"/>
              <a:t> Average REST API response latency measured under </a:t>
            </a:r>
            <a:r>
              <a:rPr lang="en-IN" sz="1000" b="1" dirty="0"/>
              <a:t>45ms</a:t>
            </a:r>
            <a:r>
              <a:rPr lang="en-IN" sz="1000" dirty="0"/>
              <a:t> on local endpoints; TMDB proxy caching reduced redundant external API calls by </a:t>
            </a:r>
            <a:r>
              <a:rPr lang="en-IN" sz="1000" b="1" dirty="0"/>
              <a:t>60%</a:t>
            </a:r>
            <a:r>
              <a:rPr lang="en-IN" sz="1000" dirty="0"/>
              <a:t>.</a:t>
            </a:r>
          </a:p>
          <a:p>
            <a:pPr lvl="0" algn="just"/>
            <a:endParaRPr lang="en-IN" sz="100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spcAft>
                <a:spcPts val="400"/>
              </a:spcAft>
              <a:buSzPct val="100000"/>
            </a:pPr>
            <a:r>
              <a:rPr lang="en-IN" sz="1000" dirty="0"/>
              <a:t>Successfully engineered an end-to-end distributed movie logging and revenue forecasting platform. The project achieved all core database engineering objectives by ensuring ACID compliance, relational constraint enforcement, and smooth integration with machine learning services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algn="just">
              <a:spcAft>
                <a:spcPts val="400"/>
              </a:spcAft>
              <a:buSzPct val="100000"/>
            </a:pPr>
            <a:r>
              <a:rPr lang="en-IN" sz="1000" dirty="0"/>
              <a:t>Collaborative Filtering Recommendation Engine: Implement graph-based or matrix-factorization algorithms to suggest movies based on user similarity clusters.</a:t>
            </a:r>
          </a:p>
          <a:p>
            <a:pPr lvl="0" algn="just">
              <a:spcAft>
                <a:spcPts val="400"/>
              </a:spcAft>
              <a:buSzPct val="100000"/>
            </a:pPr>
            <a:r>
              <a:rPr lang="en-IN" sz="1000" dirty="0"/>
              <a:t>Micro-community Social Circles: Introduce user follow graphs, shared group watchlists, and live discussion threads for film clubs.</a:t>
            </a:r>
          </a:p>
        </p:txBody>
      </p:sp>
      <p:sp>
        <p:nvSpPr>
          <p:cNvPr id="44" name="Text 41"/>
          <p:cNvSpPr txBox="1"/>
          <p:nvPr/>
        </p:nvSpPr>
        <p:spPr>
          <a:xfrm>
            <a:off x="365760" y="1435863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[Author, Title, Year]   [2] [Website / Documentation link]   [3] [Paper / Book]</a:t>
            </a:r>
            <a:endParaRPr lang="en-US" sz="11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D31CFEC6-EE94-3D8B-C1DF-21ED1C2BA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" y="251460"/>
            <a:ext cx="2392680" cy="146304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896F1D10-3369-8DB3-91B9-3EC7413BB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275" y="4952659"/>
            <a:ext cx="4569714" cy="217966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5EE22B9D-BC12-11ED-6AA4-26DC1E2D7B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0767" y="7818120"/>
            <a:ext cx="4569713" cy="201168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C5F26371-7781-36B3-68EF-4573DFBE01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1274" y="10516437"/>
            <a:ext cx="2216277" cy="178224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838BE941-AB4E-3EA1-59F7-19AD693FB9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4711" y="10492703"/>
            <a:ext cx="2217600" cy="182121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FCEC6AF-A6F4-B976-5DF8-6DF91C8973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6728254"/>
            <a:ext cx="4569714" cy="2514601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503BB3A2-4C39-FF53-F1C5-7B1F18CCF3DD}"/>
              </a:ext>
            </a:extLst>
          </p:cNvPr>
          <p:cNvSpPr txBox="1"/>
          <p:nvPr/>
        </p:nvSpPr>
        <p:spPr>
          <a:xfrm>
            <a:off x="6729412" y="14502145"/>
            <a:ext cx="5364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https://github.com/vedhanthsinde/DBSE_DBD__Project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581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RITVIK REDDY</cp:lastModifiedBy>
  <cp:revision>3</cp:revision>
  <dcterms:created xsi:type="dcterms:W3CDTF">2026-09-28T08:11:17Z</dcterms:created>
  <dcterms:modified xsi:type="dcterms:W3CDTF">2026-09-29T06:27:28Z</dcterms:modified>
</cp:coreProperties>
</file>